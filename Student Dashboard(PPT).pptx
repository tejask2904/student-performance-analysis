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9"/>
  </p:notesMasterIdLst>
  <p:sldIdLst>
    <p:sldId id="266" r:id="rId2"/>
    <p:sldId id="257" r:id="rId3"/>
    <p:sldId id="258" r:id="rId4"/>
    <p:sldId id="259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40683-EA40-4C2F-AC6F-302315CA4A7F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B008D-22E7-4C8F-9CA3-0AC38AD5C7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44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0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4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248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892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51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6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5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999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33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875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376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0243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1434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0919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038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13E92-9563-4553-92CC-FD838A418AEB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0C79158-9EDC-4454-9CAE-202F14D048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05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374DE-B9C8-5B1E-8DA9-3AE059D53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543" y="2498103"/>
            <a:ext cx="7766936" cy="1334782"/>
          </a:xfrm>
        </p:spPr>
        <p:txBody>
          <a:bodyPr/>
          <a:lstStyle/>
          <a:p>
            <a:pPr algn="ctr"/>
            <a:r>
              <a:rPr lang="en-IN" dirty="0"/>
              <a:t>Students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C9FCEB-3D6D-07BD-B0B4-71DBE92B4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6337" y="4720136"/>
            <a:ext cx="3099447" cy="1096899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By :- Tejas Khobragade</a:t>
            </a:r>
          </a:p>
          <a:p>
            <a:r>
              <a:rPr lang="en-IN" b="1" dirty="0">
                <a:solidFill>
                  <a:schemeClr val="tx1"/>
                </a:solidFill>
              </a:rPr>
              <a:t>(Data Analyst)</a:t>
            </a:r>
          </a:p>
        </p:txBody>
      </p:sp>
    </p:spTree>
    <p:extLst>
      <p:ext uri="{BB962C8B-B14F-4D97-AF65-F5344CB8AC3E}">
        <p14:creationId xmlns:p14="http://schemas.microsoft.com/office/powerpoint/2010/main" val="2589542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F9B-9032-ADAC-3417-2AC38271D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594" y="456991"/>
            <a:ext cx="6561667" cy="626740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 Overview</a:t>
            </a:r>
            <a:endParaRPr lang="en-IN" sz="3500" b="1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B7E67E3-AAC6-0B25-69F5-223BDB9D7D00}"/>
              </a:ext>
            </a:extLst>
          </p:cNvPr>
          <p:cNvSpPr/>
          <p:nvPr/>
        </p:nvSpPr>
        <p:spPr>
          <a:xfrm>
            <a:off x="6280190" y="2371130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32DD1-FE96-C0F7-D00B-613052F237DE}"/>
              </a:ext>
            </a:extLst>
          </p:cNvPr>
          <p:cNvSpPr txBox="1"/>
          <p:nvPr/>
        </p:nvSpPr>
        <p:spPr>
          <a:xfrm>
            <a:off x="1009448" y="1529980"/>
            <a:ext cx="6919232" cy="302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/>
              <a:t>Key Performance Indicators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/>
              <a:t>Total Candidates 106k.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800" dirty="0"/>
              <a:t>Total No. Experience Candidates (more than 3 years of Exp.) 37k.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/>
              <a:t>Total No. Fresher 33k.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/>
              <a:t>Overall Average Salary 187k.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dirty="0"/>
              <a:t>Average Salary (Experienced) 322k.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6557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FE512398-B787-28D9-3171-49378E80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177569"/>
            <a:ext cx="8596668" cy="7556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Overview</a:t>
            </a:r>
            <a:endParaRPr lang="en-US" sz="3500" b="1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4DA6517-D232-BA0F-246E-43C6B743C460}"/>
              </a:ext>
            </a:extLst>
          </p:cNvPr>
          <p:cNvSpPr/>
          <p:nvPr/>
        </p:nvSpPr>
        <p:spPr>
          <a:xfrm>
            <a:off x="541866" y="1219880"/>
            <a:ext cx="9000080" cy="492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Dashboard provides a structured analysis of student resume data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can see on dashboard a Course Distribution like no. of students from each stream or course.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10 Institute from all over the India.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No. of Experienced Candidates who has more that 3 years of Experience.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Salary trends as per the profile of candidates.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 wise Distribution in dataset.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insights.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en-US" b="1" dirty="0"/>
              <a:t>This Dashboard provide raw students data into meaningful hiring insights.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D579600-9D24-494E-919E-EE47388F3F63}"/>
              </a:ext>
            </a:extLst>
          </p:cNvPr>
          <p:cNvSpPr/>
          <p:nvPr/>
        </p:nvSpPr>
        <p:spPr>
          <a:xfrm>
            <a:off x="5987335" y="1440002"/>
            <a:ext cx="35546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640292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E2590-9319-58A0-3725-217179900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105" y="223101"/>
            <a:ext cx="8596668" cy="785567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 of this Dashboard</a:t>
            </a:r>
            <a:br>
              <a:rPr lang="en-US" sz="4400" dirty="0"/>
            </a:br>
            <a:endParaRPr lang="en-IN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8195A3-7F7F-CCA2-C228-3ABA3CEF595D}"/>
              </a:ext>
            </a:extLst>
          </p:cNvPr>
          <p:cNvSpPr/>
          <p:nvPr/>
        </p:nvSpPr>
        <p:spPr>
          <a:xfrm>
            <a:off x="498225" y="1121790"/>
            <a:ext cx="6819305" cy="3572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 of this Dashboard is to Provides Insights to recruiters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student resume data to identify talent distribution across all stream.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Salary based on experienced and level.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Top 10 institute and courses.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Candidates into Experienced and Fresher Categories.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Hiring and Placement Process in smother way.</a:t>
            </a:r>
          </a:p>
          <a:p>
            <a:pPr algn="l">
              <a:lnSpc>
                <a:spcPts val="2850"/>
              </a:lnSpc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lnSpc>
                <a:spcPts val="2850"/>
              </a:lnSpc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673950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18F5B-271E-FA25-8162-235651A6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59" y="609600"/>
            <a:ext cx="8596668" cy="719579"/>
          </a:xfrm>
        </p:spPr>
        <p:txBody>
          <a:bodyPr>
            <a:normAutofit/>
          </a:bodyPr>
          <a:lstStyle/>
          <a:p>
            <a:r>
              <a:rPr lang="en-US" sz="3500" b="1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</a:t>
            </a:r>
            <a:endParaRPr lang="en-IN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7088772-2AB7-97C0-C42F-47C1F82C83CE}"/>
              </a:ext>
            </a:extLst>
          </p:cNvPr>
          <p:cNvSpPr/>
          <p:nvPr/>
        </p:nvSpPr>
        <p:spPr>
          <a:xfrm>
            <a:off x="630200" y="1523422"/>
            <a:ext cx="8740043" cy="278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No. of Candidates is Higher in specific courses and Institutes.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Candidates have Higher Average Salary (more than 3 yrs Exp.).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of the Candidates are from Mumbai and Navi Mumbai.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of the Candidates are open for relocation across the India ang globe.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Dashboard shows the Experienced candidates are more in number as compared to Fresher Candidates.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80413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CC95-B02D-3482-0D36-940C223E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49" y="283859"/>
            <a:ext cx="6637867" cy="696529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Recommendations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4DBF977A-5582-5C40-D947-345F73B54F58}"/>
              </a:ext>
            </a:extLst>
          </p:cNvPr>
          <p:cNvSpPr/>
          <p:nvPr/>
        </p:nvSpPr>
        <p:spPr>
          <a:xfrm>
            <a:off x="793790" y="1716405"/>
            <a:ext cx="73525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F23BAFFB-4161-553A-7EFD-C5A36D774253}"/>
              </a:ext>
            </a:extLst>
          </p:cNvPr>
          <p:cNvSpPr/>
          <p:nvPr/>
        </p:nvSpPr>
        <p:spPr>
          <a:xfrm>
            <a:off x="441664" y="1287751"/>
            <a:ext cx="8740043" cy="2784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top institute for recruitment process.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hiring strategies for fresher and experienced candidates separately 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Salary gaps to ensure competitive compensation.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hiring campaign on other cities as well.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dashboard insights to prevent overpaying and underpaying talent.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targeted Campus drives.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674103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1719813E-9041-E85E-D90C-5D189E2D8000}"/>
              </a:ext>
            </a:extLst>
          </p:cNvPr>
          <p:cNvSpPr/>
          <p:nvPr/>
        </p:nvSpPr>
        <p:spPr>
          <a:xfrm>
            <a:off x="413383" y="1306605"/>
            <a:ext cx="8740043" cy="277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</a:pPr>
            <a:r>
              <a:rPr lang="en-US" sz="20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dashboard convert unstructured student data into actionable insights.</a:t>
            </a:r>
          </a:p>
          <a:p>
            <a:pPr algn="l">
              <a:lnSpc>
                <a:spcPts val="2850"/>
              </a:lnSpc>
            </a:pPr>
            <a:endParaRPr lang="en-US" sz="2000" b="1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candidates representation.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10 Institute level analysis.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 Equality in all the fields.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give salary comparison and institute analysis easier for better hiring process.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Overall, it improves recruitment prosses smooth and efficient through visuals.</a:t>
            </a: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Wingdings" panose="05000000000000000000" pitchFamily="2" charset="2"/>
              <a:buChar char="§"/>
            </a:pPr>
            <a:endParaRPr lang="en-US" sz="175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992D582-6F5D-7E56-B1C4-C01D8DD37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033" y="283859"/>
            <a:ext cx="6637867" cy="696529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725839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445</TotalTime>
  <Words>369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Raleway</vt:lpstr>
      <vt:lpstr>Roboto</vt:lpstr>
      <vt:lpstr>Trebuchet MS</vt:lpstr>
      <vt:lpstr>Wingdings</vt:lpstr>
      <vt:lpstr>Wingdings 3</vt:lpstr>
      <vt:lpstr>Facet</vt:lpstr>
      <vt:lpstr>Students Dashboard</vt:lpstr>
      <vt:lpstr>KPI Overview</vt:lpstr>
      <vt:lpstr>Dashboard Overview</vt:lpstr>
      <vt:lpstr>Objective of this Dashboard </vt:lpstr>
      <vt:lpstr>Key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 Khobragade</dc:creator>
  <cp:lastModifiedBy>Tejas Khobragade</cp:lastModifiedBy>
  <cp:revision>9</cp:revision>
  <dcterms:created xsi:type="dcterms:W3CDTF">2025-05-06T17:27:34Z</dcterms:created>
  <dcterms:modified xsi:type="dcterms:W3CDTF">2026-07-01T11:14:25Z</dcterms:modified>
</cp:coreProperties>
</file>